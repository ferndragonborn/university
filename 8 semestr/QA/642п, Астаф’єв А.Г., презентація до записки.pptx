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34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‹№›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61837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499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445264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8018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1519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7009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0699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653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372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6436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375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175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4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Краєвид">
  <a:themeElements>
    <a:clrScheme name="Крає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Крає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Крає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TM03457515[[fn=Краєвид]]</Template>
  <TotalTime>9</TotalTime>
  <Words>11</Words>
  <Application>Microsoft Office PowerPoint</Application>
  <PresentationFormat>Широкий екран</PresentationFormat>
  <Paragraphs>11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Wingdings 2</vt:lpstr>
      <vt:lpstr>Краєвид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Тестування продуктивності застосунку Track List</dc:title>
  <dc:subject>PptxGenJS Presentation</dc:subject>
  <dc:creator>Created by Marp</dc:creator>
  <cp:lastModifiedBy>Malinda Sarra</cp:lastModifiedBy>
  <cp:revision>2</cp:revision>
  <dcterms:created xsi:type="dcterms:W3CDTF">2026-05-10T20:48:24Z</dcterms:created>
  <dcterms:modified xsi:type="dcterms:W3CDTF">2026-05-10T21:00:19Z</dcterms:modified>
</cp:coreProperties>
</file>